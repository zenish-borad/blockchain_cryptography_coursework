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31A"/>
                </a:solidFill>
                <a:latin typeface="Calibri"/>
              </a:rPr>
              <a:t>⚠  Three Hard Test Cases: Where Text-to-SQL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alibri"/>
              </a:rPr>
              <a:t>Bitcoin Database NL→SQL  |  Gemini 2.5 Flash  |  Cases that break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384048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Calibri"/>
              </a:rPr>
              <a:t>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Coinbase Miner Reward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190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8"/>
                </a:solidFill>
                <a:latin typeface="Calibri"/>
              </a:rPr>
              <a:t>Q: Which address received the most BTC across all coinbase transactions?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FF91"/>
                </a:solidFill>
                <a:latin typeface="Calibri"/>
              </a:rPr>
              <a:t>✓  CORRECT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3347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FFA0"/>
                </a:solidFill>
                <a:latin typeface="Calibri"/>
              </a:rPr>
              <a:t>JOIN tx_inputs i ON i.txid = t.txid
WHERE i.coinbase IS NOT NULL
GROUP BY o.address
ORDER BY SUM(o.value) DESC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564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C4C"/>
                </a:solidFill>
                <a:latin typeface="Calibri"/>
              </a:rPr>
              <a:t>✗  LLM SQL (wrong)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9417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A0A0"/>
                </a:solidFill>
                <a:latin typeface="Calibri"/>
              </a:rPr>
              <a:t>WHERE t.tx_index = 0
-- misses tx_inputs join
-- coinbase field never 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3434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WHY IT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5720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LLM uses tx_index=0 to detect coinbase but never checks tx_inputs.coinbase field → wrong join → wrong address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8" y="1005840"/>
            <a:ext cx="384048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Calibri"/>
              </a:rPr>
              <a:t>CASE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Longest Consecutive Streak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7190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8"/>
                </a:solidFill>
                <a:latin typeface="Calibri"/>
              </a:rPr>
              <a:t>Q: Find the longest consecutive sequence of blocks where tx count keeps increasing.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FF91"/>
                </a:solidFill>
                <a:latin typeface="Calibri"/>
              </a:rPr>
              <a:t>✓  CORRECT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63347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FFA0"/>
                </a:solidFill>
                <a:latin typeface="Calibri"/>
              </a:rPr>
              <a:t>WITH diffs AS (
  SELECT height,
  LAG(n_tx) OVER (ORDER BY height)
)
-- gap-and-islands pattern
GROUP BY grp → streak_len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4564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C4C"/>
                </a:solidFill>
                <a:latin typeface="Calibri"/>
              </a:rPr>
              <a:t>✗  LLM SQL (wrong)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69417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A0A0"/>
                </a:solidFill>
                <a:latin typeface="Calibri"/>
              </a:rPr>
              <a:t>SELECT b1.height FROM blocks b1
JOIN blocks b2 ON b2.height = b1.height+1
WHERE b2.n_tx &gt; b1.n_tx
-- only finds pairs, not full streak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3434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WHY IT FAILS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5720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Gap-and-islands requires LAG() + ROW_NUMBER() window functions. LLM generates a simple self-join that only finds adjacent pairs, not streak length.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65592" y="1005840"/>
            <a:ext cx="384048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Calibri"/>
              </a:rPr>
              <a:t>CASE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UTXO Chain Traversal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17190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8"/>
                </a:solidFill>
                <a:latin typeface="Calibri"/>
              </a:rPr>
              <a:t>Q: Find all txs that spent an output from the first tx in block 622000.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FF91"/>
                </a:solidFill>
                <a:latin typeface="Calibri"/>
              </a:rPr>
              <a:t>✓  CORRECT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63347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FFA0"/>
                </a:solidFill>
                <a:latin typeface="Calibri"/>
              </a:rPr>
              <a:t>WITH first_tx AS (
  SELECT txid WHERE height=622000
  ORDER BY tx_index LIMIT 1
)
JOIN tx_inputs i ON i.prev_txid = f.txid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4564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C4C"/>
                </a:solidFill>
                <a:latin typeface="Calibri"/>
              </a:rPr>
              <a:t>✗  LLM SQL (wrong)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69417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A0A0"/>
                </a:solidFill>
                <a:latin typeface="Calibri"/>
              </a:rPr>
              <a:t>JOIN tx_outputs o ON o.txid = f.txid
-- joins outputs of first tx
-- instead of inputs of
-- SPENDING transactions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3434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WHY IT FAILS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720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Two-hop graph traversal: block→first_tx→spending_txs via prev_txid. LLM joins in the wrong direction (outputs instead of inputs that reference the tx).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6080"/>
                </a:solidFill>
                <a:latin typeface="Calibri"/>
              </a:rPr>
              <a:t>Spider2-SQL SOTA benchmark: these query patterns consistently fail state-of-the-art text-to-SQL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